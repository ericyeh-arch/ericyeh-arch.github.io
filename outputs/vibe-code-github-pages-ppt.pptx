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00" b="1">
                <a:solidFill>
                  <a:srgbClr val="5C5C5C"/>
                </a:solidFill>
                <a:latin typeface="Microsoft JhengHei"/>
              </a:rPr>
              <a:t>YOUTUBE 影片整理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580644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4000" b="1">
                <a:solidFill>
                  <a:srgbClr val="121212"/>
                </a:solidFill>
                <a:latin typeface="Microsoft JhengHei"/>
              </a:rPr>
              <a:t>用 Vibe Code 生成網頁，再用 GitHub Pages 免費上架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788920"/>
            <a:ext cx="51206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0">
                <a:solidFill>
                  <a:srgbClr val="5C5C5C"/>
                </a:solidFill>
                <a:latin typeface="Microsoft JhengHei"/>
              </a:rPr>
              <a:t>來源：程式猿（AFA）影片，長度 4:17，上傳日期 2025-12-06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438912"/>
            <a:ext cx="5166360" cy="4526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pJ-tq8pw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621792"/>
            <a:ext cx="4864608" cy="2736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1968" y="5257800"/>
            <a:ext cx="44805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000" b="1">
                <a:solidFill>
                  <a:srgbClr val="121212"/>
                </a:solidFill>
                <a:latin typeface="Microsoft JhengHei"/>
              </a:rPr>
              <a:t>核心目標：讓本機靜態網站變成可分享的公開網址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這支影片解決的是作品分享的最後一哩路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475488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121212"/>
                </a:solidFill>
                <a:latin typeface="Microsoft JhengHei"/>
              </a:rPr>
              <a:t>Vibe Coding 可以快速產生 HTML、CSS、JavaScript，但只在本機開啟時，作品還不能被朋友或客戶看到。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4617720" cy="18288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900">
                <a:solidFill>
                  <a:srgbClr val="121212"/>
                </a:solidFill>
                <a:latin typeface="Microsoft JhengHei"/>
              </a:defRPr>
            </a:pPr>
            <a:r>
              <a:t>先用 AI 編輯器產生一頁式靜態網站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900">
                <a:solidFill>
                  <a:srgbClr val="121212"/>
                </a:solidFill>
                <a:latin typeface="Microsoft JhengHei"/>
              </a:defRPr>
            </a:pPr>
            <a:r>
              <a:t>確認輸出檔案可以直接在瀏覽器開啟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900">
                <a:solidFill>
                  <a:srgbClr val="121212"/>
                </a:solidFill>
                <a:latin typeface="Microsoft JhengHei"/>
              </a:defRPr>
            </a:pPr>
            <a:r>
              <a:t>透過 GitHub Pages 取得公開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173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18488"/>
            <a:ext cx="4617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1212"/>
                </a:solidFill>
                <a:latin typeface="Microsoft JhengHei"/>
              </a:rPr>
              <a:t>影片關鍵限制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75688"/>
            <a:ext cx="4617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5C5C5C"/>
                </a:solidFill>
                <a:latin typeface="Microsoft JhengHei"/>
              </a:rPr>
              <a:t>GitHub Pages 適合靜態網站，不適合需要後端資料庫的動態網站。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7889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90088"/>
            <a:ext cx="4617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1212"/>
                </a:solidFill>
                <a:latin typeface="Microsoft JhengHei"/>
              </a:rPr>
              <a:t>提示詞要說清楚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47287"/>
            <a:ext cx="4617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5C5C5C"/>
                </a:solidFill>
                <a:latin typeface="Microsoft JhengHei"/>
              </a:rPr>
              <a:t>要求 AI 產生靜態網站，避免產出需要伺服器或資料庫才能運作的方案。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160520"/>
            <a:ext cx="5074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61688"/>
            <a:ext cx="4617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1">
                <a:solidFill>
                  <a:srgbClr val="121212"/>
                </a:solidFill>
                <a:latin typeface="Microsoft JhengHei"/>
              </a:rPr>
              <a:t>完成標準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818888"/>
            <a:ext cx="46177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5C5C5C"/>
                </a:solidFill>
                <a:latin typeface="Microsoft JhengHei"/>
              </a:rPr>
              <a:t>Pages 設定完成後，在 GitHub 顯示的 URL 可以正常開啟網站。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完整流程可以拆成四個可檢查的階段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2578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020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18488"/>
            <a:ext cx="4251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下提示詞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21408"/>
            <a:ext cx="425196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要求 AI 製作精美靜態網站，並指定使用繁體中文回覆。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52578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60020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18488"/>
            <a:ext cx="4251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產出檔案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21408"/>
            <a:ext cx="425196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取得 index.html、CSS、JavaScript 等前端檔案。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71800"/>
            <a:ext cx="52578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15468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72968"/>
            <a:ext cx="4251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建立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7"/>
            <a:ext cx="425196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在 GitHub 建立公開 repo，名稱可用 username.github.io。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971800"/>
            <a:ext cx="52578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15468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72968"/>
            <a:ext cx="425196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啟用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675887"/>
            <a:ext cx="425196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到 Settings &gt; Pages，選擇 Deploy from a branch 並等待部署。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每一步都有明確產物：提示詞、前端檔案、公開 repo、可開啟 URL。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提示詞要同時約束語言、題材與部署形式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166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177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影片中的示範方向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434840" cy="25146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製作一個精美的靜態網站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主題可設定為 AI 人工智慧與 Python 歷史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不管寫程式或解釋，都用繁體中文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輸出可直接用瀏覽器開啟的前端檔案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4709160" cy="4206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37360"/>
            <a:ext cx="41605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建議補強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023360" cy="2651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明確說「不要後端、不要資料庫」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要求檔案結構簡單，首頁命名為 index.html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指定手機與桌機都要能閱讀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要求最後列出需要上傳的檔案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GitHub Pages 的前提是靜態網站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516636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適合上架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389120" cy="20116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2300">
                <a:solidFill>
                  <a:srgbClr val="121212"/>
                </a:solidFill>
                <a:latin typeface="Microsoft JhengHei"/>
              </a:defRPr>
            </a:pPr>
            <a:r>
              <a:t>HTML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300">
                <a:solidFill>
                  <a:srgbClr val="121212"/>
                </a:solidFill>
                <a:latin typeface="Microsoft JhengHei"/>
              </a:defRPr>
            </a:pPr>
            <a:r>
              <a:t>CSS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300">
                <a:solidFill>
                  <a:srgbClr val="121212"/>
                </a:solidFill>
                <a:latin typeface="Microsoft JhengHei"/>
              </a:defRPr>
            </a:pPr>
            <a:r>
              <a:t>JavaScript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300">
                <a:solidFill>
                  <a:srgbClr val="121212"/>
                </a:solidFill>
                <a:latin typeface="Microsoft JhengHei"/>
              </a:defRPr>
            </a:pPr>
            <a:r>
              <a:t>圖片、字型、前端素材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08760"/>
            <a:ext cx="5166360" cy="397763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4805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21212"/>
                </a:solidFill>
                <a:latin typeface="Microsoft JhengHei"/>
              </a:rPr>
              <a:t>不適合直接上架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389120" cy="20116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2100">
                <a:solidFill>
                  <a:srgbClr val="121212"/>
                </a:solidFill>
                <a:latin typeface="Microsoft JhengHei"/>
              </a:defRPr>
            </a:pPr>
            <a:r>
              <a:t>需要資料庫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100">
                <a:solidFill>
                  <a:srgbClr val="121212"/>
                </a:solidFill>
                <a:latin typeface="Microsoft JhengHei"/>
              </a:defRPr>
            </a:pPr>
            <a:r>
              <a:t>需要伺服器程式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100">
                <a:solidFill>
                  <a:srgbClr val="121212"/>
                </a:solidFill>
                <a:latin typeface="Microsoft JhengHei"/>
              </a:defRPr>
            </a:pPr>
            <a:r>
              <a:t>需要登入系統或後端 API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100">
                <a:solidFill>
                  <a:srgbClr val="121212"/>
                </a:solidFill>
                <a:latin typeface="Microsoft JhengHei"/>
              </a:defRPr>
            </a:pPr>
            <a:r>
              <a:t>需要動態產生頁面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79008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900" b="0">
                <a:solidFill>
                  <a:srgbClr val="5C5C5C"/>
                </a:solidFill>
                <a:latin typeface="Microsoft JhengHei"/>
              </a:rPr>
              <a:t>如果 AI 產出的網站需要後端，應先改成純前端版本，或改用其他部署平台。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GitHub 端的設定重點是公開與分支部署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4754880" cy="34747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登入 github.com 並建立新的 repository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Repository 設為 Public，避免 Pages 無法公開瀏覽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上傳 AI 產出的所有前端檔案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Commit 後進入 Settings &gt; Pages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Source 選 Deploy from a branch，分支選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166360" cy="3611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5720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300" b="1">
                <a:solidFill>
                  <a:srgbClr val="121212"/>
                </a:solidFill>
                <a:latin typeface="Microsoft JhengHei"/>
              </a:rPr>
              <a:t>命名提醒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423160"/>
            <a:ext cx="452628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500" b="1">
                <a:solidFill>
                  <a:srgbClr val="FF6B35"/>
                </a:solidFill>
                <a:latin typeface="Microsoft JhengHei"/>
              </a:rPr>
              <a:t>若要做個人首頁，repo 名稱可用：
username.github.io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977639"/>
            <a:ext cx="45262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0">
                <a:solidFill>
                  <a:srgbClr val="5C5C5C"/>
                </a:solidFill>
                <a:latin typeface="Microsoft JhengHei"/>
              </a:rPr>
              <a:t>一般專案也可以用自己的 repo 名稱，再透過 Pages 取得網址。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部署成功後，要用 URL 做最後驗收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16636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0020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18488"/>
            <a:ext cx="4160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看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416052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確認部署流程完成，沒有紅色錯誤。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516636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1752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35808"/>
            <a:ext cx="4160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回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38728"/>
            <a:ext cx="416052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GitHub Pages 頁面會顯示公開網址。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51960"/>
            <a:ext cx="516636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434840"/>
            <a:ext cx="50292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53128"/>
            <a:ext cx="41605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開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56048"/>
            <a:ext cx="4160520" cy="18287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600" b="0">
                <a:solidFill>
                  <a:srgbClr val="5C5C5C"/>
                </a:solidFill>
                <a:latin typeface="Microsoft JhengHei"/>
              </a:rPr>
              <a:t>確認頁面可開啟，文字、圖片與互動都正常。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417320"/>
            <a:ext cx="45262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C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737360"/>
            <a:ext cx="3977639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常見問題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77440"/>
            <a:ext cx="3840480" cy="22402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首頁檔名不是 index.html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檔案沒有 commit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Pages 分支選錯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網站引用了本機路徑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1800">
                <a:solidFill>
                  <a:srgbClr val="121212"/>
                </a:solidFill>
                <a:latin typeface="Microsoft JhengHei"/>
              </a:defRPr>
            </a:pPr>
            <a:r>
              <a:t>專案其實需要後端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96112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600" b="1">
                <a:solidFill>
                  <a:srgbClr val="121212"/>
                </a:solidFill>
                <a:latin typeface="Microsoft JhengHei"/>
              </a:rPr>
              <a:t>把影片方法轉成自己的工作清單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55680" cy="19050"/>
          </a:xfrm>
          <a:prstGeom prst="rect">
            <a:avLst/>
          </a:prstGeom>
          <a:solidFill>
            <a:srgbClr val="BEC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10058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1033272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700" b="1">
                <a:solidFill>
                  <a:srgbClr val="121212"/>
                </a:solidFill>
                <a:latin typeface="Microsoft JhengHei"/>
              </a:rPr>
              <a:t>這套流程最適合用來快速展示作品原型：AI 生成、人工確認、GitHub 公開部署。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4892040" cy="21031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先確認需求是否能做成靜態網站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提示詞要求輸出可部署的前端檔案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本機開啟 index.html 先驗收</a:t>
            </a:r>
          </a:p>
          <a:p>
            <a:pPr>
              <a:lnSpc>
                <a:spcPct val="115000"/>
              </a:lnSpc>
              <a:spcAft>
                <a:spcPts val="900"/>
              </a:spcAft>
              <a:defRPr sz="2000">
                <a:solidFill>
                  <a:srgbClr val="121212"/>
                </a:solidFill>
                <a:latin typeface="Microsoft JhengHei"/>
              </a:defRPr>
            </a:pPr>
            <a:r>
              <a:t>再上傳 GitHub 並啟用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606040"/>
            <a:ext cx="448056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971800"/>
            <a:ext cx="388620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200" b="1">
                <a:solidFill>
                  <a:srgbClr val="121212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57600"/>
            <a:ext cx="3886200" cy="7498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FF6B35"/>
                </a:solidFill>
                <a:latin typeface="Microsoft JhengHei"/>
              </a:rPr>
              <a:t>把 AI 做出的本機網頁，轉成任何人都能打開的公開連結。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987552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500" b="0">
                <a:solidFill>
                  <a:srgbClr val="5C5C5C"/>
                </a:solidFill>
                <a:latin typeface="Microsoft JhengHei"/>
              </a:rPr>
              <a:t>資料來源：YouTube 影片 LpJ-tq8pwwM、繁中字幕、影片描述。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